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١١٫٤٤ هللة  ←  ناقص التشغيل ٤٫٣٤  =  صافي ٧٫١٠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٢٫٤٤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٣٫١٨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١٫٢١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١٫٥٣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٢٫٦٠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٠٫٩٩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١٫١٦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 على أساس الشبكة كلها · لو كان على المشغّلة وحدها فهو ٩٫٢٤ هللة والصافي ٢٫٢٠ — سؤال معلَّق للمالية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٨٦٤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١٬٢٩٤٬٦٦٩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٣٩٣٬٩٧٩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١٬٦٨٨٬٦٤٨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٢٢٤٬٠١٧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٤٧٬٢٣٣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٢٧١٬٢٥٠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١٬١٨٩٬٤٩٤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٢٩٤٬٨١٨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١٬٤٨٤٬٣١٢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٤٢٩٬٣٨٨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١٠٤٬٣٤٨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٥٣٣٬٧٣٦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٨٦٬٨٠٧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٢٣٬٣٦٣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١١٠٬١٧٠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٣٬٢٢٤٬٣٧٥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٨٦٣٬٧٤١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٤٬٠٨٨٬١١٦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٣٢٠٬٠٩٣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٢٩٨٬٢٥٣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٢٧٢٬٩٨٩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٢٦٨٬٣٥٦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٢٠٨٬٧٩٦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٢٠٤٬٦٧٣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١٩٥٬١٠٦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١٨٤٬٥٤٣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١٥٥٬٨٨٠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١٤٣٬٤٤٤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١٤٣٬٣٦٤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١٣٤٬٨٨١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+٢٧٪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الأرقام — كلها بالمعاملة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9988622" y="3255264"/>
            <a:ext cx="160597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32104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7328" y="3255264"/>
            <a:ext cx="128477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المحطة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76681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صباحاً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0603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مساءً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42451" y="3255264"/>
            <a:ext cx="96358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 / م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71804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01157" y="3255264"/>
            <a:ext cx="107064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44640" y="3255264"/>
            <a:ext cx="856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255264"/>
            <a:ext cx="11777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اليومي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621024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8622" y="3621024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32104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7328" y="3621024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76681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0603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42451" y="3621024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71804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01157" y="362102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44640" y="362102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+٢٧٪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621024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3927348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88622" y="3927348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132104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7328" y="3927348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776681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70603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742451" y="3927348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71804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601157" y="392734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44640" y="392734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927348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233672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8622" y="4233672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32104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7328" y="4233672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776681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70603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742451" y="4233672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71804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601157" y="423367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44640" y="423367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233672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539996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988622" y="4539996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132104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7328" y="4539996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776681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٣٥٧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70603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٤٣٤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742451" y="4539996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71804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601157" y="453999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44640" y="453999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539996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4846320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988622" y="4846320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132104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7328" y="4846320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776681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70603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742451" y="4846320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71804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601157" y="484632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44640" y="484632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+٢٨٪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4846320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0" name="Shape 98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3" name="Text 101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7" name="Text 105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09" name="Text 107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5" name="Text 113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٤٫٦٨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٧٫٠٢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١٫٦٩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٣٫٣٨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٥٫٠٦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٣٫١٦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٤٫٧٥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١٫٦١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٣٫٢١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٤٫٨٢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إضافية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ولا ترفع سلة أحد.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٧٠٬٤٣٣ شهرياً = صافي ١٫٠٣ مليون سنوياً.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118994" y="1243584"/>
            <a:ext cx="247559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68450" y="1243584"/>
            <a:ext cx="22505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17254" y="1243584"/>
            <a:ext cx="49511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8994" y="160934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68450" y="160934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7254" y="160934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8994" y="208483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68450" y="208483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17254" y="208483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208483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18994" y="256032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8450" y="256032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17254" y="256032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56032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18994" y="3035808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68450" y="3035808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17254" y="3035808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035808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8994" y="3511296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8450" y="3511296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17254" y="3511296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511296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18994" y="398678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68450" y="398678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17254" y="398678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98678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18994" y="446227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68450" y="446227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17254" y="446227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446227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18994" y="493776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68450" y="493776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17254" y="493776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93776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4" name="Text 52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أربع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799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342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342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 — لتعميم مستهدف الوردية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8231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73659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73659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1846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1389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1389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 «مصاريف التشغيل» تغطي الامتياز؟ الجواب يقلب صافي اللتر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58698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54126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54126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94360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٤٬٠٨٨٬١١٦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2026-08-25T19:47:40Z</dcterms:created>
  <dcterms:modified xsi:type="dcterms:W3CDTF">2026-08-25T19:47:40Z</dcterms:modified>
</cp:coreProperties>
</file>